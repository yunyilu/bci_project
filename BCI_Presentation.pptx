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A5C"/>
                </a:solidFill>
              </a:defRPr>
            </a:pPr>
            <a:r>
              <a:t>视网膜神经解码：从脉冲到电影帧重建</a:t>
            </a:r>
          </a:p>
          <a:p>
            <a:pPr algn="ctr">
              <a:defRPr sz="2000">
                <a:solidFill>
                  <a:srgbClr val="555555"/>
                </a:solidFill>
              </a:defRPr>
            </a:pPr>
            <a:r>
              <a:t>Baseline 5 — Kim et al. 2021 复现与改进</a:t>
            </a:r>
            <a:br/>
            <a:r>
              <a:t>蝾螈 RGC 群体响应，93 neurons, 64×64 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Pipeline 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三阶段逐级重建 pipeline：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1: Ridge-LP — 线性低频解码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Ridge 回归捕捉 spikes→pixels 线性映射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高斯低通滤波 (σ=3) 去除不可靠高频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2: CNN-HP — 非线性高频残差解码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CNN 预测高通残差 (原图 - LP)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与 Stage 1 低频相加得到 combined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Stage 3: PCA + Wiener — 图像恢复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Wiener 频域去模糊 + PCA 子空间去噪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Stage 1: 线性低频解码 (Ridge-LP)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方法：Ridge 回归 + Gaussian 低通滤波 (σ=3)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输入：PSTH (trial-averaged spike counts), shape [N, 93]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输出：64×64 低频帧预测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Ridge 正则化防止 93→4096 的欠定系统过拟合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低通滤波去除线性模型无法可靠编码的高频成分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结果：SSIM = 0.2696, PSNR = 18.96, Pearson = 0.032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Stage 2: 非线性高频残差解码 (CNN-HP)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方法：CNN 预测高通残差 + 与低频合并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目标：学习 spikes → (原图 - LP预测) 的非线性映射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分频策略：让 Ridge 和 CNN 各自专注擅长的频段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Combined = LP_pred + HP_pred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结果：SSIM = 0.2873 (+0.018), Pearson = 0.084 (+0.052)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vs 直接预测整帧的方案 (TemporalMLP/CNN) 效果更差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Stage 2: 方案对比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Pearson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结论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TemporalMLP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MLP 直接预测整帧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容量不足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TemporalCNN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 直接预测整帧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未利用低频先验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opt_a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CNN-HP (初始超参)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接近最优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opt_c (最优)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CNN-HP (调优)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更深CNN+优化训练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Stage 3: 图像恢复 (PCA + Wiener)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最优方法 V14：PCA 子空间去噪 + Wiener 反卷积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Wiener 滤波：H = S/(S+N+reg)，频域 MSE 最优线性去模糊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PCA 投影：投影到 GT 前 1000 个主成分，去除分布外噪声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融合：10% PCA + 90% Wiener 加权混合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核心优势：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零可学习参数，无过拟合风险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利用 GT 统计特性（频谱 + 子空间）而非学习映射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结果：SSIM = 0.2960 (+0.009), PSNR = 19.59 (+0.48)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Stage 3: 方案对比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参数量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结论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V14 (最优)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PCA + Wiener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同时提升 SSIM 和 Pearson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Pure Wiener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频域最优线性去模糊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Wiener + 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Gamma 校正反而降低 SSIM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V12/13/15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各种后处理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均退化为纯 Wiener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DeblurGANv2 (论文)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0.1376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严重过拟合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V3-V8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各种深度网络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0.21-0.24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10~2M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全部过拟合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关键发现：信息瓶颈决定方法选择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为什么深度网络在 Stage 3 失败？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93 neurons 能编码的信息量极为有限 (vs 论文 2094 neurons)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3588 训练样本不足以训练去模糊网络 (vs 论文 9900 samples)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即使仅 10 个参数 (V8 Laplacian Gain) 也会过拟合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结论：当信息瓶颈在编码端（神经元数量）而非解码端时，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应使用统计最优的线性方法（Wiener）而非学习型方法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V14 的 PCA 成功在于：不学习 input→output 映射，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而是利用自然图像先验约束输出空间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最终结果汇总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MSE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PSNR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SSIM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Pearson 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Ridge-LP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0.0318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 CNN-HP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19.117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0.0838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1+2+3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 PCA+Wiener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19.592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0.0846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三阶段 pipeline 逐步提升重建质量：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Stage 1 (Ridge-LP): 建立低频基线，SSIM 0.27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Stage 2 (CNN-HP): 补充高频细节，SSIM 0.29, Pearson +163%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Stage 3 (PCA+Wiener): 图像恢复精炼，SSIM 0.30, PSNR +0.48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与论文的区别：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论文 Stage 3 使用 DeblurGANv2 (5M params)，需要大数据量支撑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本作业数据规模小 (93 neurons, 3588 samples)，深度方法严重过拟合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改用信息论驱动的 Wiener + PCA，取得更好效果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方法需要匹配数据规模 — 小数据下统计最优解优于学习型方法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